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2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8" r:id="rId8"/>
    <p:sldId id="261" r:id="rId9"/>
    <p:sldId id="269" r:id="rId10"/>
    <p:sldId id="270" r:id="rId11"/>
    <p:sldId id="262" r:id="rId12"/>
    <p:sldId id="263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64" r:id="rId22"/>
    <p:sldId id="265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58" autoAdjust="0"/>
    <p:restoredTop sz="94660"/>
  </p:normalViewPr>
  <p:slideViewPr>
    <p:cSldViewPr snapToGrid="0">
      <p:cViewPr varScale="1">
        <p:scale>
          <a:sx n="78" d="100"/>
          <a:sy n="78" d="100"/>
        </p:scale>
        <p:origin x="65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EAB6EDCC-6E8A-4E7D-BFC9-B8B14D25537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00251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14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90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043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883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90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857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994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039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887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128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EAB6EDCC-6E8A-4E7D-BFC9-B8B14D25537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47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4228F-3D66-0870-AD10-F59C710CDD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1960990"/>
          </a:xfrm>
        </p:spPr>
        <p:txBody>
          <a:bodyPr>
            <a:normAutofit fontScale="90000"/>
          </a:bodyPr>
          <a:lstStyle/>
          <a:p>
            <a:r>
              <a:rPr lang="en-US" dirty="0"/>
              <a:t>Instagram Usage &amp; Lifestyle Analytics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BCBE91-3E3C-68EC-AE10-43C0A14E48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56439" y="4345858"/>
            <a:ext cx="4719484" cy="129294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							Presented by </a:t>
            </a:r>
          </a:p>
          <a:p>
            <a:r>
              <a:rPr lang="en-US" dirty="0"/>
              <a:t>							</a:t>
            </a:r>
            <a:r>
              <a:rPr lang="en-US" dirty="0" err="1"/>
              <a:t>E.Gowsalya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0663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E6A9D-D6F8-1B37-641C-98E6C584C3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8970"/>
          </a:xfrm>
        </p:spPr>
        <p:txBody>
          <a:bodyPr>
            <a:normAutofit/>
          </a:bodyPr>
          <a:lstStyle/>
          <a:p>
            <a:r>
              <a:rPr lang="en-US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94A64E-CE89-27DA-9179-88B844362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92399"/>
            <a:ext cx="9144000" cy="3043237"/>
          </a:xfrm>
        </p:spPr>
        <p:txBody>
          <a:bodyPr>
            <a:normAutofit/>
          </a:bodyPr>
          <a:lstStyle/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dirty="0"/>
              <a:t>Instagram usage has increased significantly in recent years.</a:t>
            </a:r>
            <a:br>
              <a:rPr lang="en-US" dirty="0"/>
            </a:br>
            <a:r>
              <a:rPr lang="en-US" dirty="0"/>
              <a:t>Understanding user behavior helps businesses improve marketing strategies.</a:t>
            </a:r>
            <a:br>
              <a:rPr lang="en-US" dirty="0"/>
            </a:br>
            <a:endParaRPr lang="en-US" dirty="0"/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dirty="0"/>
              <a:t>This project analyzes Instagram usage, engagement, lifestyle, and business metrics using Power BI.</a:t>
            </a:r>
          </a:p>
        </p:txBody>
      </p:sp>
    </p:spTree>
    <p:extLst>
      <p:ext uri="{BB962C8B-B14F-4D97-AF65-F5344CB8AC3E}">
        <p14:creationId xmlns:p14="http://schemas.microsoft.com/office/powerpoint/2010/main" val="28668924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D3A3B-6280-D7EE-8B12-C42FDF249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CFF35C-C862-41B5-818F-B3662C0F2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Instagram usage is growing rapidly.</a:t>
            </a:r>
            <a:br>
              <a:rPr lang="en-US" dirty="0"/>
            </a:b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The relationship between screen time, followers, and engagement is not clearly understood.</a:t>
            </a:r>
            <a:br>
              <a:rPr lang="en-US" dirty="0"/>
            </a:b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Excessive usage may impact lifestyle factors like sleep and stress.</a:t>
            </a:r>
            <a:br>
              <a:rPr lang="en-US" dirty="0"/>
            </a:br>
            <a:r>
              <a:rPr lang="en-US" dirty="0"/>
              <a:t>Business metrics such as ad performance and premium user conversion also need analysis.</a:t>
            </a:r>
            <a:br>
              <a:rPr lang="en-US" dirty="0"/>
            </a:b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This project aims to analyze these factors using data analytics.</a:t>
            </a:r>
          </a:p>
        </p:txBody>
      </p:sp>
    </p:spTree>
    <p:extLst>
      <p:ext uri="{BB962C8B-B14F-4D97-AF65-F5344CB8AC3E}">
        <p14:creationId xmlns:p14="http://schemas.microsoft.com/office/powerpoint/2010/main" val="3387409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612E-205B-132A-97EC-9553D9684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Questions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2F80FDA-ACEE-ECD6-B70C-0C57BF20933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37908"/>
            <a:ext cx="5833533" cy="41267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How does screen time affect engagement?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Do high usage users experience higher stress?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Which gender shows higher engagement?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Which countries have more users?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What is the ad click rate?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Are premium users more engaged?</a:t>
            </a:r>
          </a:p>
        </p:txBody>
      </p:sp>
    </p:spTree>
    <p:extLst>
      <p:ext uri="{BB962C8B-B14F-4D97-AF65-F5344CB8AC3E}">
        <p14:creationId xmlns:p14="http://schemas.microsoft.com/office/powerpoint/2010/main" val="3718763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AAF15-5C2C-04F4-1434-649C9259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Overview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AD9D290-DA12-7281-1B90-F50542B06EE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55221"/>
            <a:ext cx="6621428" cy="4092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Demographics (Age, Gender, Country)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Usage Metrics (Daily Active Minutes, Sessions)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Engagement Metrics (Likes, Comments)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Business Metrics (Ads Viewed, Ads Clicked, Premium Users)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Lifestyle Metrics (Sleep Hours, Stress Score, BMI)</a:t>
            </a:r>
          </a:p>
        </p:txBody>
      </p:sp>
    </p:spTree>
    <p:extLst>
      <p:ext uri="{BB962C8B-B14F-4D97-AF65-F5344CB8AC3E}">
        <p14:creationId xmlns:p14="http://schemas.microsoft.com/office/powerpoint/2010/main" val="104386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0D031-DFC7-36FA-27C8-BFCB89CF2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Fields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EE8A8-5D64-31C4-A8FA-0BEB84D75B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80218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Important Columns:</a:t>
            </a:r>
          </a:p>
          <a:p>
            <a:r>
              <a:rPr lang="en-US" dirty="0"/>
              <a:t>daily_active_minutes_instagram</a:t>
            </a:r>
          </a:p>
          <a:p>
            <a:r>
              <a:rPr lang="en-US" dirty="0" err="1"/>
              <a:t>sessions_per_day</a:t>
            </a:r>
            <a:endParaRPr lang="en-US" dirty="0"/>
          </a:p>
          <a:p>
            <a:r>
              <a:rPr lang="en-US" dirty="0" err="1"/>
              <a:t>likes_given_per_day</a:t>
            </a:r>
            <a:endParaRPr lang="en-US" dirty="0"/>
          </a:p>
          <a:p>
            <a:r>
              <a:rPr lang="en-US" dirty="0" err="1"/>
              <a:t>comments_written_per_day</a:t>
            </a:r>
            <a:endParaRPr lang="en-US" dirty="0"/>
          </a:p>
          <a:p>
            <a:r>
              <a:rPr lang="en-US" dirty="0" err="1"/>
              <a:t>followers_count</a:t>
            </a:r>
            <a:endParaRPr lang="en-US" dirty="0"/>
          </a:p>
          <a:p>
            <a:r>
              <a:rPr lang="en-US" dirty="0"/>
              <a:t>perceived_stress_score</a:t>
            </a:r>
          </a:p>
          <a:p>
            <a:r>
              <a:rPr lang="en-US" dirty="0" err="1"/>
              <a:t>sleep_hours_per_night</a:t>
            </a:r>
            <a:endParaRPr lang="en-US" dirty="0"/>
          </a:p>
          <a:p>
            <a:r>
              <a:rPr lang="en-US" dirty="0" err="1"/>
              <a:t>ads_viewed_per_day</a:t>
            </a:r>
            <a:endParaRPr lang="en-US" dirty="0"/>
          </a:p>
          <a:p>
            <a:r>
              <a:rPr lang="en-US" dirty="0" err="1"/>
              <a:t>ads_clicked_per_day</a:t>
            </a:r>
            <a:endParaRPr lang="en-US" dirty="0"/>
          </a:p>
          <a:p>
            <a:r>
              <a:rPr lang="en-US" dirty="0" err="1"/>
              <a:t>subscription_status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137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57DD9-C328-9787-ED82-15592437A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Technology Used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043B18D-2AB4-8FBD-0DF8-FF594BE1373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55221"/>
            <a:ext cx="4599336" cy="4092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Data Source: Instagram Lifestyle Dataset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Data Cleaning: Power Query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Data Modeling: Power BI Relationships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Data Analysis: DAX Measures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Visualization: Power BI Dashboard</a:t>
            </a:r>
          </a:p>
        </p:txBody>
      </p:sp>
    </p:spTree>
    <p:extLst>
      <p:ext uri="{BB962C8B-B14F-4D97-AF65-F5344CB8AC3E}">
        <p14:creationId xmlns:p14="http://schemas.microsoft.com/office/powerpoint/2010/main" val="27613260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40783-78F1-B9C4-7CA9-62AC96B4E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Preprocessing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7A02879-B9D7-EBCB-CE37-3E6EC68635C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55221"/>
            <a:ext cx="5266185" cy="4092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Data cleaned using Power Query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Removed duplicate records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Corrected data types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Created Usage Category (Low / Medium / High)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Created DAX Measures for KPIs</a:t>
            </a:r>
          </a:p>
        </p:txBody>
      </p:sp>
    </p:spTree>
    <p:extLst>
      <p:ext uri="{BB962C8B-B14F-4D97-AF65-F5344CB8AC3E}">
        <p14:creationId xmlns:p14="http://schemas.microsoft.com/office/powerpoint/2010/main" val="3270246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02EBF-2979-99B7-D85D-1B6D961EA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Modeling Overview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16428C-61BD-63C9-FF48-34DF73BDBE53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Single table model 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insta_users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Created calculated columns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Built measures for KPIs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Optimized relationships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F34C58-1CD1-0599-6FAE-051C4B8EA1A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0490" y="2330245"/>
            <a:ext cx="7089058" cy="3559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8299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FE114-02CD-8C9C-C5B7-1D9578143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DAX Measures Overview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7BAEF03-E00D-5B9E-8514-5E7C38C764E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3000" y="2645541"/>
            <a:ext cx="8729890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Total Users = DISTINCTCOUNT(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user_id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Average Screen Time = AVERAGE(daily_active_minutes_instagram)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 Click Rate = SUM(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ads_clicked_per_day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/ SUM(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ads_viewed_per_day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Average Daily Usage = AVERAGE(</a:t>
            </a: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insta_users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[daily_active_minutes_instagram])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Avg Sessions Per Day = AVERAGE(</a:t>
            </a: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insta_users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[</a:t>
            </a: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sessions_per_day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71243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D9761-E09D-420C-6FAD-62FCCA512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KPIs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2833A-ADD8-6DE0-97A3-3B03939E49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Total Users </a:t>
            </a:r>
          </a:p>
          <a:p>
            <a:pPr marL="0" indent="0">
              <a:buNone/>
            </a:pPr>
            <a:r>
              <a:rPr lang="en-US" dirty="0"/>
              <a:t>• Average Daily usage </a:t>
            </a:r>
          </a:p>
          <a:p>
            <a:pPr marL="0" indent="0">
              <a:buNone/>
            </a:pPr>
            <a:r>
              <a:rPr lang="en-US" dirty="0"/>
              <a:t>• High Usage Users Percentage (&gt;180 minutes)</a:t>
            </a:r>
          </a:p>
          <a:p>
            <a:pPr marL="0" indent="0">
              <a:buNone/>
            </a:pPr>
            <a:r>
              <a:rPr lang="en-US" dirty="0"/>
              <a:t>• Average Engagement Score </a:t>
            </a:r>
          </a:p>
          <a:p>
            <a:pPr marL="0" indent="0">
              <a:buNone/>
            </a:pPr>
            <a:r>
              <a:rPr lang="en-US" dirty="0"/>
              <a:t>• Engagement per Session </a:t>
            </a:r>
          </a:p>
          <a:p>
            <a:pPr marL="0" indent="0">
              <a:buNone/>
            </a:pPr>
            <a:r>
              <a:rPr lang="en-US" dirty="0"/>
              <a:t>• Ad Click Rate Percentage </a:t>
            </a:r>
          </a:p>
          <a:p>
            <a:pPr marL="0" indent="0">
              <a:buNone/>
            </a:pPr>
            <a:r>
              <a:rPr lang="en-US" dirty="0"/>
              <a:t>• Average Stress Score and Sleep Hours </a:t>
            </a:r>
          </a:p>
        </p:txBody>
      </p:sp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8C981DDC-13BB-0BBE-9E69-F13931A93A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175541">
            <a:off x="5874157" y="3059503"/>
            <a:ext cx="5800064" cy="1022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968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4CE2D-923B-EB01-C54D-D60FCAD4B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Visualizations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4E7E16-68F1-49DE-EBF5-B618FE5D0B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 Column Chart - Age Group vs Average Daily Usage </a:t>
            </a:r>
          </a:p>
          <a:p>
            <a:pPr marL="0" indent="0">
              <a:buNone/>
            </a:pPr>
            <a:r>
              <a:rPr lang="en-US" dirty="0"/>
              <a:t>•  line Chart - Engagement by Content Type </a:t>
            </a:r>
          </a:p>
          <a:p>
            <a:pPr marL="0" indent="0">
              <a:buNone/>
            </a:pPr>
            <a:r>
              <a:rPr lang="en-US" dirty="0"/>
              <a:t>•  Scatter Plot - Followers vs Engagement </a:t>
            </a:r>
          </a:p>
          <a:p>
            <a:pPr marL="0" indent="0">
              <a:buNone/>
            </a:pPr>
            <a:r>
              <a:rPr lang="en-US" dirty="0"/>
              <a:t>•  Donut Chart - Ad Click Rate </a:t>
            </a:r>
          </a:p>
          <a:p>
            <a:pPr marL="0" indent="0">
              <a:buNone/>
            </a:pPr>
            <a:r>
              <a:rPr lang="en-US" dirty="0"/>
              <a:t>•  Scatter Plot - Screen Time vs Stress Score </a:t>
            </a:r>
          </a:p>
          <a:p>
            <a:pPr marL="0" indent="0">
              <a:buNone/>
            </a:pPr>
            <a:r>
              <a:rPr lang="en-US" dirty="0"/>
              <a:t>•  Stacked Bar Chart - Gender vs Engagement </a:t>
            </a:r>
          </a:p>
          <a:p>
            <a:pPr marL="0" indent="0">
              <a:buNone/>
            </a:pPr>
            <a:r>
              <a:rPr lang="en-US" dirty="0"/>
              <a:t>•  Map Chart - Country-wise User Distribution </a:t>
            </a:r>
          </a:p>
        </p:txBody>
      </p:sp>
    </p:spTree>
    <p:extLst>
      <p:ext uri="{BB962C8B-B14F-4D97-AF65-F5344CB8AC3E}">
        <p14:creationId xmlns:p14="http://schemas.microsoft.com/office/powerpoint/2010/main" val="7146245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C3C2F-AB36-7913-D27E-C7777F731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Visual 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D8D57B8-5862-29EF-CB51-406C9CC3A6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6" t="17974" r="7752" b="12368"/>
          <a:stretch>
            <a:fillRect/>
          </a:stretch>
        </p:blipFill>
        <p:spPr>
          <a:xfrm>
            <a:off x="355600" y="1473201"/>
            <a:ext cx="11311467" cy="5019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7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20D5A-074B-C269-3870-3BEC4C37D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br>
              <a:rPr lang="en-US" dirty="0"/>
            </a:br>
            <a:r>
              <a:rPr lang="en-US" dirty="0"/>
              <a:t>Age Group vs Average Daily Usage 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F2908FA-515C-BC7E-6C85-11C52BF0BE3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0550" y="2357288"/>
            <a:ext cx="2676899" cy="2143424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2E419F-8C4F-29FF-4351-A39F15AEE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54133" y="1825625"/>
            <a:ext cx="5799667" cy="3914775"/>
          </a:xfrm>
        </p:spPr>
        <p:txBody>
          <a:bodyPr/>
          <a:lstStyle/>
          <a:p>
            <a:r>
              <a:rPr lang="en-US" dirty="0"/>
              <a:t>This chart shows the relationship between </a:t>
            </a:r>
            <a:r>
              <a:rPr lang="en-US" b="1" dirty="0"/>
              <a:t>age group and average daily Instagram usage</a:t>
            </a:r>
            <a:r>
              <a:rPr lang="en-US" dirty="0"/>
              <a:t>.</a:t>
            </a:r>
          </a:p>
          <a:p>
            <a:r>
              <a:rPr lang="en-US" dirty="0"/>
              <a:t>Younger users (Under 18 and 18–24) spend more time on Instagram, while usage gradually decreases as age increases, with 55+ users having the lowest screen time.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351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F16E65C-EB33-E627-D2C5-51702C068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Engagement by content type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0FD5671-CFC4-58B9-86CA-3802E5CA24A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1858" y="2982761"/>
            <a:ext cx="2476846" cy="2172003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2AF930B-BC86-F96A-5468-394D2734599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chart shows engagement levels across different content types on Instagram.</a:t>
            </a:r>
          </a:p>
          <a:p>
            <a:r>
              <a:rPr lang="en-US" dirty="0"/>
              <a:t>Reels generate the highest engagement, while other formats like Live, Stories, and Photos show comparatively lower interaction levels.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25097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7E96A78-45EA-869B-568B-F765F1FCD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Followers VS Engagement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6690D94-36D1-1C01-B880-49A2CE7D5E0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227" y="2973234"/>
            <a:ext cx="2572109" cy="2191056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6712058-A71B-5B06-571B-F098858A424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scatter plot shows the relationship between followers count and total engagement.</a:t>
            </a:r>
          </a:p>
          <a:p>
            <a:r>
              <a:rPr lang="en-US" dirty="0"/>
              <a:t>While users with more followers generally have higher engagement, some users with fewer followers also achieve strong engagement, indicating high content effectiveness.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58356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3E607DE-63CA-C95E-91DB-AF16C0E1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 click rate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33B2036-D94D-3B67-37AD-2FBEE6BF68F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933" y="2328709"/>
            <a:ext cx="2810267" cy="2200582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B8D939A-039B-FA88-59CD-EE47536B907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donut chart shows the proportion of total ads clicked versus total ads not clicked.</a:t>
            </a:r>
          </a:p>
          <a:p>
            <a:r>
              <a:rPr lang="en-US" dirty="0"/>
              <a:t>The majority of ads are not clicked, indicating a lower overall ad click rate compared to total ad views.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84340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AB2CFD5-C106-B1D9-E598-728C87B15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Country wise user distribution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3A5C99-3A4D-2488-D964-67601977D1C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7095" y="2968471"/>
            <a:ext cx="2486372" cy="2200582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5C7EA93-DE54-3905-B83D-5425B91B717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chart shows the distribution of Instagram users across different countries.</a:t>
            </a:r>
          </a:p>
          <a:p>
            <a:r>
              <a:rPr lang="en-US" dirty="0"/>
              <a:t>It helps identify regions with higher user concentration, supporting targeted marketing and regional growth strategies.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7751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34903A2-DEBB-A6ED-52C3-D0C0204AA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 time vs stress score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47AFC63-6030-C15C-30E0-98EA299513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8516" y="2968471"/>
            <a:ext cx="2543530" cy="2200582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A69FDAA-187F-EF3A-5B5B-E0AEB118EC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scatter plot shows the relationship between daily screen time and perceived stress score.</a:t>
            </a:r>
          </a:p>
          <a:p>
            <a:r>
              <a:rPr lang="en-US" dirty="0"/>
              <a:t>It indicates that users with higher screen time tend to report higher stress levels, suggesting a possible link between excessive usage and increased stress.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4222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74113A8-1767-C4A1-9B78-13C06CE0B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Gender VS Engagement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FC60692-79A4-69F9-7D6E-D10270BCD85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4094" y="2925603"/>
            <a:ext cx="3572374" cy="2286319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7EAA166-BDB2-F31D-AF4C-940474EC88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3897842"/>
          </a:xfrm>
        </p:spPr>
        <p:txBody>
          <a:bodyPr/>
          <a:lstStyle/>
          <a:p>
            <a:r>
              <a:rPr lang="en-US" dirty="0"/>
              <a:t>This chart compares engagement levels between male and female users.</a:t>
            </a:r>
          </a:p>
          <a:p>
            <a:r>
              <a:rPr lang="en-US" dirty="0"/>
              <a:t>It helps identify which gender shows higher interaction on Instagram, supporting more targeted content and marketing strategies.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75140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E998C-500D-9278-A0DF-3D4FFF5C7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Insights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DD81EEE-C8DA-C064-22D5-4D6AD8DA259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370719"/>
            <a:ext cx="5407249" cy="32611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High screen time users show higher engagement.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Excessive usage is linked with increased stress.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Ad click rate varies by engagement level.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Some countries show higher user concentration.</a:t>
            </a:r>
          </a:p>
        </p:txBody>
      </p:sp>
    </p:spTree>
    <p:extLst>
      <p:ext uri="{BB962C8B-B14F-4D97-AF65-F5344CB8AC3E}">
        <p14:creationId xmlns:p14="http://schemas.microsoft.com/office/powerpoint/2010/main" val="11090890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6AC35-89A2-ECCC-5A25-506B61E79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E7CBE-12D8-74FD-C9C9-791FBD75D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50000"/>
              </a:lnSpc>
            </a:pPr>
            <a:r>
              <a:rPr lang="en-US" dirty="0"/>
              <a:t>This dashboard provides insights into Instagram user behavior.</a:t>
            </a:r>
            <a:br>
              <a:rPr lang="en-US" dirty="0"/>
            </a:br>
            <a:r>
              <a:rPr lang="en-US" dirty="0"/>
              <a:t>It helps understand engagement patterns and lifestyle impact.</a:t>
            </a:r>
            <a:br>
              <a:rPr lang="en-US" dirty="0"/>
            </a:br>
            <a:r>
              <a:rPr lang="en-US" dirty="0"/>
              <a:t>The project supports data-driven decision-making for business and marketing strategies.</a:t>
            </a:r>
          </a:p>
        </p:txBody>
      </p:sp>
    </p:spTree>
    <p:extLst>
      <p:ext uri="{BB962C8B-B14F-4D97-AF65-F5344CB8AC3E}">
        <p14:creationId xmlns:p14="http://schemas.microsoft.com/office/powerpoint/2010/main" val="3572442079"/>
      </p:ext>
    </p:extLst>
  </p:cSld>
  <p:clrMapOvr>
    <a:masterClrMapping/>
  </p:clrMapOvr>
</p:sld>
</file>

<file path=ppt/theme/theme1.xml><?xml version="1.0" encoding="utf-8"?>
<a:theme xmlns:a="http://schemas.openxmlformats.org/drawingml/2006/main" name="Basis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Basis</Template>
  <TotalTime>124</TotalTime>
  <Words>916</Words>
  <Application>Microsoft Office PowerPoint</Application>
  <PresentationFormat>Widescreen</PresentationFormat>
  <Paragraphs>108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Corbel</vt:lpstr>
      <vt:lpstr>Wingdings</vt:lpstr>
      <vt:lpstr>Basis</vt:lpstr>
      <vt:lpstr>Instagram Usage &amp; Lifestyle Analytics</vt:lpstr>
      <vt:lpstr>Introduction</vt:lpstr>
      <vt:lpstr>Problem Statement</vt:lpstr>
      <vt:lpstr>Business Questions</vt:lpstr>
      <vt:lpstr>Data Overview</vt:lpstr>
      <vt:lpstr>Data Fields</vt:lpstr>
      <vt:lpstr>Technology Used</vt:lpstr>
      <vt:lpstr>Data Preprocessing</vt:lpstr>
      <vt:lpstr>Data Modeling Overview</vt:lpstr>
      <vt:lpstr>DAX Measures Overview</vt:lpstr>
      <vt:lpstr>Key KPIs</vt:lpstr>
      <vt:lpstr>Dashboard Visualizations</vt:lpstr>
      <vt:lpstr>Dashboard Visual 2</vt:lpstr>
      <vt:lpstr> Age Group vs Average Daily Usage  </vt:lpstr>
      <vt:lpstr>Engagement by content type</vt:lpstr>
      <vt:lpstr>Followers VS Engagement</vt:lpstr>
      <vt:lpstr>Ad click rate</vt:lpstr>
      <vt:lpstr>Country wise user distribution</vt:lpstr>
      <vt:lpstr>Screen time vs stress score</vt:lpstr>
      <vt:lpstr>Gender VS Engagement</vt:lpstr>
      <vt:lpstr>Key Insights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vasanth kumar</dc:creator>
  <cp:lastModifiedBy>vasanth kumar</cp:lastModifiedBy>
  <cp:revision>2</cp:revision>
  <dcterms:created xsi:type="dcterms:W3CDTF">2026-03-04T05:45:59Z</dcterms:created>
  <dcterms:modified xsi:type="dcterms:W3CDTF">2026-03-04T09:43:10Z</dcterms:modified>
</cp:coreProperties>
</file>