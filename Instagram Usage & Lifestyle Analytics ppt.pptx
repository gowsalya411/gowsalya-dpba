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9" r:id="rId10"/>
    <p:sldId id="270" r:id="rId11"/>
    <p:sldId id="262" r:id="rId12"/>
    <p:sldId id="263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6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02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790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43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8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5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9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3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2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AB6EDCC-6E8A-4E7D-BFC9-B8B14D2553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4A03E16-1D47-40BE-9401-33599682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228F-3D66-0870-AD10-F59C710CD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1960990"/>
          </a:xfrm>
        </p:spPr>
        <p:txBody>
          <a:bodyPr>
            <a:normAutofit fontScale="90000"/>
          </a:bodyPr>
          <a:lstStyle/>
          <a:p>
            <a:r>
              <a:rPr lang="en-US" dirty="0"/>
              <a:t>Instagram Usage &amp; Lifestyle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CBE91-3E3C-68EC-AE10-43C0A14E4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6439" y="4345858"/>
            <a:ext cx="4719484" cy="129294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							Presented by </a:t>
            </a:r>
          </a:p>
          <a:p>
            <a:r>
              <a:rPr lang="en-US" dirty="0"/>
              <a:t>							</a:t>
            </a:r>
            <a:r>
              <a:rPr lang="en-US" dirty="0" err="1"/>
              <a:t>E.Gowsalya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63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6A9D-D6F8-1B37-641C-98E6C584C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897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4A64E-CE89-27DA-9179-88B844362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2399"/>
            <a:ext cx="9144000" cy="3043237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Instagram usage has increased significantly in recent years.</a:t>
            </a:r>
            <a:br>
              <a:rPr lang="en-US" dirty="0"/>
            </a:br>
            <a:r>
              <a:rPr lang="en-US" dirty="0"/>
              <a:t>Understanding user behavior helps businesses improve marketing strategies.</a:t>
            </a:r>
            <a:br>
              <a:rPr lang="en-US" dirty="0"/>
            </a:b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This project analyzes Instagram usage, engagement, lifestyle, and business metrics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286689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D3A3B-6280-D7EE-8B12-C42FDF24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FF35C-C862-41B5-818F-B3662C0F2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Instagram usage is growing rapidly.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relationship between screen time, followers, and engagement is not clearly understood.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Excessive usage may impact lifestyle factors like sleep and stress.</a:t>
            </a:r>
            <a:br>
              <a:rPr lang="en-US" dirty="0"/>
            </a:br>
            <a:r>
              <a:rPr lang="en-US" dirty="0"/>
              <a:t>Business metrics such as ad performance and premium user conversion also need analysis.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project aims to analyze these factors using data analytics.</a:t>
            </a:r>
          </a:p>
        </p:txBody>
      </p:sp>
    </p:spTree>
    <p:extLst>
      <p:ext uri="{BB962C8B-B14F-4D97-AF65-F5344CB8AC3E}">
        <p14:creationId xmlns:p14="http://schemas.microsoft.com/office/powerpoint/2010/main" val="338740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12E-205B-132A-97EC-9553D968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Questions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F80FDA-ACEE-ECD6-B70C-0C57BF2093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37908"/>
            <a:ext cx="5833533" cy="4126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How does screen time affect engagement?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Do high usage users experience higher stress?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Which gender shows higher engagement?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Which countries have more users?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What is the ad click rate?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stress score based on screen time ?</a:t>
            </a:r>
          </a:p>
        </p:txBody>
      </p:sp>
    </p:spTree>
    <p:extLst>
      <p:ext uri="{BB962C8B-B14F-4D97-AF65-F5344CB8AC3E}">
        <p14:creationId xmlns:p14="http://schemas.microsoft.com/office/powerpoint/2010/main" val="3718763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AF15-5C2C-04F4-1434-649C9259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D9D290-DA12-7281-1B90-F50542B06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5221"/>
            <a:ext cx="6621428" cy="409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Demographics (Age, Gender, Country)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Usage Metrics (Daily Active Minutes, Sessions)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Engagement Metrics (Likes, Comments)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Business Metrics (Ads Viewed, Ads Clicked, Premium Users)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Lifestyle Metrics (Sleep Hours, Stress Score)</a:t>
            </a:r>
          </a:p>
        </p:txBody>
      </p:sp>
    </p:spTree>
    <p:extLst>
      <p:ext uri="{BB962C8B-B14F-4D97-AF65-F5344CB8AC3E}">
        <p14:creationId xmlns:p14="http://schemas.microsoft.com/office/powerpoint/2010/main" val="10438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D031-DFC7-36FA-27C8-BFCB89CF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EE8A8-5D64-31C4-A8FA-0BEB84D75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Important Columns:</a:t>
            </a:r>
          </a:p>
          <a:p>
            <a:r>
              <a:rPr lang="en-US" dirty="0"/>
              <a:t>daily_active_minutes_instagram</a:t>
            </a:r>
          </a:p>
          <a:p>
            <a:r>
              <a:rPr lang="en-US" dirty="0" err="1"/>
              <a:t>sessions_per_day</a:t>
            </a:r>
            <a:endParaRPr lang="en-US" dirty="0"/>
          </a:p>
          <a:p>
            <a:r>
              <a:rPr lang="en-US" dirty="0" err="1"/>
              <a:t>likes_given_per_day</a:t>
            </a:r>
            <a:endParaRPr lang="en-US" dirty="0"/>
          </a:p>
          <a:p>
            <a:r>
              <a:rPr lang="en-US" dirty="0" err="1"/>
              <a:t>comments_written_per_day</a:t>
            </a:r>
            <a:endParaRPr lang="en-US" dirty="0"/>
          </a:p>
          <a:p>
            <a:r>
              <a:rPr lang="en-US" dirty="0" err="1"/>
              <a:t>followers_count</a:t>
            </a:r>
            <a:endParaRPr lang="en-US" dirty="0"/>
          </a:p>
          <a:p>
            <a:r>
              <a:rPr lang="en-US" dirty="0"/>
              <a:t>perceived_stress_score</a:t>
            </a:r>
          </a:p>
          <a:p>
            <a:r>
              <a:rPr lang="en-US" dirty="0" err="1"/>
              <a:t>sleep_hours_per_night</a:t>
            </a:r>
            <a:endParaRPr lang="en-US" dirty="0"/>
          </a:p>
          <a:p>
            <a:r>
              <a:rPr lang="en-US" dirty="0" err="1"/>
              <a:t>ads_viewed_per_day</a:t>
            </a:r>
            <a:endParaRPr lang="en-US" dirty="0"/>
          </a:p>
          <a:p>
            <a:r>
              <a:rPr lang="en-US" dirty="0" err="1"/>
              <a:t>ads_clicked_per_day</a:t>
            </a:r>
            <a:endParaRPr lang="en-US" dirty="0"/>
          </a:p>
          <a:p>
            <a:r>
              <a:rPr lang="en-US" dirty="0" err="1"/>
              <a:t>subscription_status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7DD9-C328-9787-ED82-15592437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43B18D-2AB4-8FBD-0DF8-FF594BE137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5221"/>
            <a:ext cx="4599336" cy="409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Source: Instagram Lifestyle Dataset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Cleaning: Power Query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Modeling: Power BI Relationships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Analysis: DAX Measures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Visualization: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76132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0783-78F1-B9C4-7CA9-62AC96B4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A02879-B9D7-EBCB-CE37-3E6EC68635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5221"/>
            <a:ext cx="5266185" cy="409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cleaned using Power Query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Removed duplicate records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Corrected data types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Created Usage Category (Low / Medium / High)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Created DAX Measures for KPIs</a:t>
            </a:r>
          </a:p>
        </p:txBody>
      </p:sp>
    </p:spTree>
    <p:extLst>
      <p:ext uri="{BB962C8B-B14F-4D97-AF65-F5344CB8AC3E}">
        <p14:creationId xmlns:p14="http://schemas.microsoft.com/office/powerpoint/2010/main" val="3270246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2EBF-2979-99B7-D85D-1B6D961E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16428C-61BD-63C9-FF48-34DF73BDBE5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table model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insta_users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calculated columns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measures for KPIs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relationships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F34C58-1CD1-0599-6FAE-051C4B8EA1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490" y="2330245"/>
            <a:ext cx="7089058" cy="355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29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E114-02CD-8C9C-C5B7-1D957814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Measures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BAEF03-E00D-5B9E-8514-5E7C38C764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2645541"/>
            <a:ext cx="872989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Users = DISTINCTCOUNT(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Screen Time = AVERAGE(daily_active_minutes_instagram)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 Click Rate = SUM(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ads_clicked_per_day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/ SUM(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ads_viewed_per_day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Average Daily Usage = AVERAGE(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insta_users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[daily_active_minutes_instagram])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Avg Sessions Per Day = AVERAGE(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insta_users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sessions_per_day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])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124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9761-E09D-420C-6FAD-62FCCA512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2833A-ADD8-6DE0-97A3-3B03939E4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Total Users </a:t>
            </a:r>
          </a:p>
          <a:p>
            <a:pPr marL="0" indent="0">
              <a:buNone/>
            </a:pPr>
            <a:r>
              <a:rPr lang="en-US" dirty="0"/>
              <a:t>• Average Daily usage </a:t>
            </a:r>
          </a:p>
          <a:p>
            <a:pPr marL="0" indent="0">
              <a:buNone/>
            </a:pPr>
            <a:r>
              <a:rPr lang="en-US" dirty="0"/>
              <a:t>• High Usage Users Percentage (&gt;180 minutes)</a:t>
            </a:r>
          </a:p>
          <a:p>
            <a:pPr marL="0" indent="0">
              <a:buNone/>
            </a:pPr>
            <a:r>
              <a:rPr lang="en-US" dirty="0"/>
              <a:t>• Average Engagement Score </a:t>
            </a:r>
          </a:p>
          <a:p>
            <a:pPr marL="0" indent="0">
              <a:buNone/>
            </a:pPr>
            <a:r>
              <a:rPr lang="en-US" dirty="0"/>
              <a:t>• Engagement per Session </a:t>
            </a:r>
          </a:p>
          <a:p>
            <a:pPr marL="0" indent="0">
              <a:buNone/>
            </a:pPr>
            <a:r>
              <a:rPr lang="en-US" dirty="0"/>
              <a:t>• Ad Click Rate Percentage </a:t>
            </a:r>
          </a:p>
          <a:p>
            <a:pPr marL="0" indent="0">
              <a:buNone/>
            </a:pPr>
            <a:r>
              <a:rPr lang="en-US" dirty="0"/>
              <a:t>• Average Stress Score and Sleep Hours 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8C981DDC-13BB-0BBE-9E69-F13931A93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5541">
            <a:off x="5874157" y="3059503"/>
            <a:ext cx="5800064" cy="102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68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CE2D-923B-EB01-C54D-D60FCAD4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E7E16-68F1-49DE-EBF5-B618FE5D0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Column Chart - Age Group vs Average Daily Usage </a:t>
            </a:r>
          </a:p>
          <a:p>
            <a:pPr lvl="0"/>
            <a:r>
              <a:rPr lang="en-US" dirty="0"/>
              <a:t>line Chart - Engagement by Content Type </a:t>
            </a:r>
          </a:p>
          <a:p>
            <a:pPr lvl="0"/>
            <a:r>
              <a:rPr lang="en-US" dirty="0"/>
              <a:t>Map Chart - Country-wise User Distribution </a:t>
            </a:r>
          </a:p>
          <a:p>
            <a:pPr lvl="0"/>
            <a:r>
              <a:rPr lang="en-US" dirty="0"/>
              <a:t>Line chart - Average Engagement by Followers Count</a:t>
            </a:r>
          </a:p>
          <a:p>
            <a:pPr lvl="0"/>
            <a:r>
              <a:rPr lang="en-US" dirty="0"/>
              <a:t>Clustered column chart - Engagement by Followers Category</a:t>
            </a:r>
          </a:p>
          <a:p>
            <a:pPr lvl="0"/>
            <a:r>
              <a:rPr lang="en-US" dirty="0"/>
              <a:t>Clustered bar chart -  Screen Time vs Stress Score</a:t>
            </a:r>
          </a:p>
          <a:p>
            <a:pPr lvl="0"/>
            <a:r>
              <a:rPr lang="en-US" dirty="0"/>
              <a:t>Clustered bar chart - Total Engagement by Gender</a:t>
            </a:r>
          </a:p>
          <a:p>
            <a:pPr lvl="0"/>
            <a:r>
              <a:rPr lang="en-US" dirty="0"/>
              <a:t>Donut Chart – Ad view distribution</a:t>
            </a:r>
          </a:p>
        </p:txBody>
      </p:sp>
    </p:spTree>
    <p:extLst>
      <p:ext uri="{BB962C8B-B14F-4D97-AF65-F5344CB8AC3E}">
        <p14:creationId xmlns:p14="http://schemas.microsoft.com/office/powerpoint/2010/main" val="714624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3C2F-AB36-7913-D27E-C7777F73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Visual 2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ABA69D-8DBB-861A-7911-6EC94CECEF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4" t="17531" r="19688" b="12189"/>
          <a:stretch>
            <a:fillRect/>
          </a:stretch>
        </p:blipFill>
        <p:spPr>
          <a:xfrm>
            <a:off x="1486430" y="1965960"/>
            <a:ext cx="4609570" cy="392683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948E70D-7C43-5F33-76FD-18011DD6B6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1" t="18164" r="20623" b="10922"/>
          <a:stretch>
            <a:fillRect/>
          </a:stretch>
        </p:blipFill>
        <p:spPr>
          <a:xfrm>
            <a:off x="6439431" y="1965961"/>
            <a:ext cx="4609570" cy="407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0D5A-074B-C269-3870-3BEC4C37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Age Group vs Average Daily Usage 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E419F-8C4F-29FF-4351-A39F15AEE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4133" y="1825625"/>
            <a:ext cx="5799667" cy="3914775"/>
          </a:xfrm>
        </p:spPr>
        <p:txBody>
          <a:bodyPr/>
          <a:lstStyle/>
          <a:p>
            <a:r>
              <a:rPr lang="en-US" dirty="0"/>
              <a:t>This chart shows the relationship between </a:t>
            </a:r>
            <a:r>
              <a:rPr lang="en-US" b="1" dirty="0"/>
              <a:t>age group and average daily Instagram usage</a:t>
            </a:r>
            <a:r>
              <a:rPr lang="en-US" dirty="0"/>
              <a:t>.</a:t>
            </a:r>
          </a:p>
          <a:p>
            <a:r>
              <a:rPr lang="en-US" dirty="0"/>
              <a:t>Younger users (Under 18 and 18–24) spend more time on Instagram, while usage gradually decreases as age increases, with 55+ users having the lowest screen time.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455D81-64E7-7E23-A256-873806EDC5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78847"/>
            <a:ext cx="4715933" cy="330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1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16E65C-EB33-E627-D2C5-51702C06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Engagement by content 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D5671-CFC4-58B9-86CA-3802E5CA24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058" y="2057400"/>
            <a:ext cx="2476846" cy="217200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AF930B-BC86-F96A-5468-394D27345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chart shows engagement levels across different content types on Instagram.</a:t>
            </a:r>
          </a:p>
          <a:p>
            <a:r>
              <a:rPr lang="en-US" dirty="0"/>
              <a:t>Reels generate the highest engagement, while other formats like Live, Stories, and Photos show comparatively lower interaction levels.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509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E96A78-45EA-869B-568B-F765F1FC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Engagement by Followers Count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712058-A71B-5B06-571B-F098858A42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scatter plot shows the relationship between followers count and total engagement.</a:t>
            </a:r>
          </a:p>
          <a:p>
            <a:r>
              <a:rPr lang="en-US" dirty="0"/>
              <a:t>While users with more followers generally have higher engagement, some users with fewer followers also achieve strong engagement, indicating high content effectiveness.</a:t>
            </a:r>
          </a:p>
          <a:p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D57ECA2-5FFA-8864-909A-0FF2012FEB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057400"/>
            <a:ext cx="4706007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3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E607DE-63CA-C95E-91DB-AF16C0E1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 view distribution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8D939A-039B-FA88-59CD-EE47536B90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donut chart shows the proportion of total ads clicked versus total ads not clicked.</a:t>
            </a:r>
          </a:p>
          <a:p>
            <a:r>
              <a:rPr lang="en-US" dirty="0"/>
              <a:t>The majority of ads are not clicked, indicating a lower overall ad click rate compared to total ad views.</a:t>
            </a:r>
          </a:p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C0BDB6C-E0F3-01CC-F812-5BD02F0F75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 t="2963" r="1408"/>
          <a:stretch>
            <a:fillRect/>
          </a:stretch>
        </p:blipFill>
        <p:spPr>
          <a:xfrm>
            <a:off x="1169508" y="1965960"/>
            <a:ext cx="4461933" cy="332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34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B2CFD5-C106-B1D9-E598-728C87B1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wise user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3A5C99-3A4D-2488-D964-67601977D1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733" y="1965960"/>
            <a:ext cx="4453467" cy="362203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C7EA93-DE54-3905-B83D-5425B91B71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chart shows the distribution of Instagram users across different countries.</a:t>
            </a:r>
          </a:p>
          <a:p>
            <a:r>
              <a:rPr lang="en-US" dirty="0"/>
              <a:t>It helps identify regions with higher user concentration, supporting targeted marketing and regional growth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75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4903A2-DEBB-A6ED-52C3-D0C0204A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time vs stress score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D90E30-235E-A643-2538-B7B9BFBF8B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76" y="2057400"/>
            <a:ext cx="3429479" cy="301984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69FDAA-187F-EF3A-5B5B-E0AEB118EC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clustered bar chart shows the relationship between daily screen time and perceived stress score.</a:t>
            </a:r>
          </a:p>
          <a:p>
            <a:r>
              <a:rPr lang="en-US" dirty="0"/>
              <a:t>It indicates that users with higher screen time tend to report higher stress levels, suggesting a possible link between excessive usage and increased stress.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222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FBE2-F0CE-FFAF-ABFE-FC056310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Engagement by Followers Category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F9557A-6E16-C0F1-EAAD-E45551D726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70667"/>
            <a:ext cx="4573100" cy="319372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0AF1B-D5CF-11D9-E8F9-03A6D62CA6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 This chart shows the </a:t>
            </a:r>
            <a:r>
              <a:rPr lang="en-US" b="1" dirty="0"/>
              <a:t>average engagement levels across different followers count categories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indicates that </a:t>
            </a:r>
            <a:r>
              <a:rPr lang="en-US" b="1" dirty="0"/>
              <a:t>users with fewer followers (0–1K) have slightly higher engagement rates</a:t>
            </a:r>
            <a:r>
              <a:rPr lang="en-US" dirty="0"/>
              <a:t>, while engagement gradually decreases as follower count increases.</a:t>
            </a:r>
          </a:p>
        </p:txBody>
      </p:sp>
    </p:spTree>
    <p:extLst>
      <p:ext uri="{BB962C8B-B14F-4D97-AF65-F5344CB8AC3E}">
        <p14:creationId xmlns:p14="http://schemas.microsoft.com/office/powerpoint/2010/main" val="2620578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596A-20A6-331E-15AA-C06C4B0C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Engagement by gender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486866-15BE-CD64-466D-536DFB5F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462" y="2501681"/>
            <a:ext cx="4753638" cy="313416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D0C38-A107-24E1-3715-BA8E0E9EE4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chart compares the </a:t>
            </a:r>
            <a:r>
              <a:rPr lang="en-US" b="1" dirty="0"/>
              <a:t>total engagement levels across different gender groups</a:t>
            </a:r>
            <a:r>
              <a:rPr lang="en-US" dirty="0"/>
              <a:t> on Instagram.</a:t>
            </a:r>
            <a:br>
              <a:rPr lang="en-US" dirty="0"/>
            </a:br>
            <a:r>
              <a:rPr lang="en-US" dirty="0"/>
              <a:t>It shows that </a:t>
            </a:r>
            <a:r>
              <a:rPr lang="en-US" b="1" dirty="0"/>
              <a:t>male and female users contribute the highest engagement</a:t>
            </a:r>
            <a:r>
              <a:rPr lang="en-US" dirty="0"/>
              <a:t>, while other gender categories have relatively lower interaction levels.</a:t>
            </a:r>
          </a:p>
        </p:txBody>
      </p:sp>
    </p:spTree>
    <p:extLst>
      <p:ext uri="{BB962C8B-B14F-4D97-AF65-F5344CB8AC3E}">
        <p14:creationId xmlns:p14="http://schemas.microsoft.com/office/powerpoint/2010/main" val="1508492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6AC35-89A2-ECCC-5A25-506B61E79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E7CBE-12D8-74FD-C9C9-791FBD75D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/>
              <a:t>This dashboard provides insights into Instagram user behavior.</a:t>
            </a:r>
            <a:br>
              <a:rPr lang="en-US" dirty="0"/>
            </a:br>
            <a:r>
              <a:rPr lang="en-US" dirty="0"/>
              <a:t>It helps understand engagement patterns and lifestyle impact.</a:t>
            </a:r>
            <a:br>
              <a:rPr lang="en-US" dirty="0"/>
            </a:br>
            <a:r>
              <a:rPr lang="en-US" dirty="0"/>
              <a:t>The project supports data-driven decision-making for business and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357244207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340</TotalTime>
  <Words>938</Words>
  <Application>Microsoft Office PowerPoint</Application>
  <PresentationFormat>Widescreen</PresentationFormat>
  <Paragraphs>105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Corbel</vt:lpstr>
      <vt:lpstr>Wingdings</vt:lpstr>
      <vt:lpstr>Basis</vt:lpstr>
      <vt:lpstr>Instagram Usage &amp; Lifestyle Analytics</vt:lpstr>
      <vt:lpstr>Introduction</vt:lpstr>
      <vt:lpstr>Problem Statement</vt:lpstr>
      <vt:lpstr>Business Questions</vt:lpstr>
      <vt:lpstr>Data Overview</vt:lpstr>
      <vt:lpstr>Data Fields</vt:lpstr>
      <vt:lpstr>Technology Used</vt:lpstr>
      <vt:lpstr>Data Preprocessing</vt:lpstr>
      <vt:lpstr>Data Modeling Overview</vt:lpstr>
      <vt:lpstr>DAX Measures Overview</vt:lpstr>
      <vt:lpstr>Key KPIs</vt:lpstr>
      <vt:lpstr>Dashboard Visualizations</vt:lpstr>
      <vt:lpstr>Dashboard Visual 2</vt:lpstr>
      <vt:lpstr> Age Group vs Average Daily Usage  </vt:lpstr>
      <vt:lpstr>Engagement by content type</vt:lpstr>
      <vt:lpstr>Average Engagement by Followers Count</vt:lpstr>
      <vt:lpstr>Ad view distribution</vt:lpstr>
      <vt:lpstr>Country wise user distribution</vt:lpstr>
      <vt:lpstr>Screen time vs stress score</vt:lpstr>
      <vt:lpstr>Engagement by Followers Category</vt:lpstr>
      <vt:lpstr>Total Engagement by gender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vasanth kumar</dc:creator>
  <cp:lastModifiedBy>vasanth kumar</cp:lastModifiedBy>
  <cp:revision>4</cp:revision>
  <dcterms:created xsi:type="dcterms:W3CDTF">2026-03-04T05:45:59Z</dcterms:created>
  <dcterms:modified xsi:type="dcterms:W3CDTF">2026-03-06T15:24:08Z</dcterms:modified>
</cp:coreProperties>
</file>